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EA9423-FF48-4DF2-9EB7-B4804A6C8E6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F9A328-32A3-4693-B455-56BEBFCA66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300B6E8-B68A-4CCE-830D-EC37733A877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3AF095E-C7F5-43C6-93A0-DD191A17CB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5CAB35FD-777C-47AC-9772-3E10471088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3880" y="1600200"/>
            <a:ext cx="401544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22F6F04-EF4E-4DE7-947D-53B5BC89CF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0481172-9FE8-4BDF-858E-24442111BE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26F27F8-989D-4A13-9132-F17073E67F5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F82FAEF-06EB-407C-A658-0E9ADBE7D2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E5F40DF-817A-4C21-B7B4-200AB2CAE8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E872DF02-A160-456E-A27E-DCAFE512A3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FBDD672-A800-4F8C-ACA5-9D65E0B36A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17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69B7C4-EDD5-4871-8D02-8DC6234934E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96CF5A-AB7B-4D63-BE49-EB6E83134DC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1C04B8-370B-4C24-A8F6-28BD319DF6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885BD7-B9FA-4F6F-876F-AEA05D8EB4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673880" y="1600200"/>
            <a:ext cx="4015080" cy="452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9DA5AF2-DCF2-413A-94D7-E2343A3ED69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224316-D843-47AB-9A21-32DC256969C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983479-53D7-4076-81A7-476BEF9ABE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083FA11-EAC9-4D61-A0A1-619531DF3AB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834269-BF92-404A-ADE2-55F29D1655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1FDAB3-3CAA-431A-B0D0-741D0D5E51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College Management System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subTitle"/>
          </p:nvPr>
        </p:nvSpPr>
        <p:spPr>
          <a:xfrm>
            <a:off x="5029200" y="5257800"/>
            <a:ext cx="4114080" cy="137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-Avi Khadka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-Sakshyam Khadka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Introduction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93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Need for efficient digital college management.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Problems with manual systems.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Centralized web-based solution.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Problem Statement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36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Manual workload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Data inconsistency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Poor communication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Lack of reporting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Objectives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Automate processes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Reduce errors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Secure access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Improve communication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Scope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Student Module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Admin Module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Exam Module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Web-based access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Limitations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Internet dependency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Hardware dependency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No mobile app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Background Study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Traditional paper-based systems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Need for centralized digital solution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Literature Review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93200" y="1636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Existing digital systems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Benefits of centralization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Use of MERN stack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System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Waterfall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Requirement analysis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Design and development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Functional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Student, Admin, Exam Modules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CRUD operations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Authentication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USE CASE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371600" y="1356480"/>
            <a:ext cx="5688360" cy="481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Non-Functional Requirements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Security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Accuracy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Efficiency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Usability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Feasibility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Technical feasibility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Economic feasibility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Operational feasibility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Implementation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Frontend: React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Backend: Node &amp; Express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Database: MySQL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Tools &amp; Technology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VS Code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Postman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Git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XAMPP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Future Enhancements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Mobile app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Cloud hosting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Online payment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Analytics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6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003366"/>
                </a:solidFill>
                <a:latin typeface="Calibri"/>
              </a:rPr>
              <a:t>Conclusion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System improves efficiency and accuracy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202020"/>
                </a:solidFill>
                <a:latin typeface="Calibri"/>
              </a:rPr>
              <a:t>Reduces manual workload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2026-01-16T17:18:47Z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